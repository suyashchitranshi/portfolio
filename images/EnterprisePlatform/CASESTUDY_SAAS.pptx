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0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35A2-B1E9-6131-674E-7BCEA109E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AC408-AD4A-A84F-8764-DF223E56F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36029-240B-99FA-3613-AF0AF8DC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D6A0A-7B50-CC96-6BF1-513E2ABF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7E95A-C6A2-E873-8FA1-FCB7430ED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47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D055-BB1E-7645-ADD9-ECDBBBAF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472A6-A599-C043-33DF-D73785F92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B9AEB-3B14-C181-46E5-71DE53154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DA76B-616C-72D1-4182-CB3444BF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87AE1-6FDB-7FFA-18FC-BE034414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95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D476-9561-D89B-D9EC-5B89B03B2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FE0FF-AE25-7A4C-46B0-A1688F517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D5289-367A-28C8-A247-BC6AC0C8B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1CACB-D99D-575B-7BEF-D44DAF4B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48A29-212A-1FDB-4EA7-72D33BF0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869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64DD-A4CE-754D-66A2-7B932E274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BA96B-D88A-CFE1-CC42-DD63BC548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3E5BF-9720-097B-CB8F-5286BFDB7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61D44-F6BC-6EFD-A38E-534C06F03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488EF-7707-9BD2-ED24-71B54BBC2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BF80C-6419-3101-A093-E6BAFF8C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2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2C83-000D-2D60-AB62-AFC3AAA4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B7E7D-BD83-F0A1-B135-8FAE6AAE1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8DDF9-5AB6-0205-F135-C84F51046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7F40C-1C4B-8424-D112-0BAD8165C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A6B332-1229-B1B2-6AF0-55CD43B3C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E878E-DA6C-520B-B40D-B5F5E31D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E69231-C655-A47A-E907-AE344D1E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86E1AB-5DAA-4769-2EA3-C52D94703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23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58E0-16D1-809D-54BD-BD361C8F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AFC95-090E-BBD4-1A60-444B0F913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AA53C4-BA97-BB58-5868-872131EC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C1373-5184-481C-6210-0478B2F92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3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403AC3-DD98-2B4B-E46D-38D4A200D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DBC50B-B4E9-25C8-5433-6DC336A2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EE626-9EBE-6281-5751-73A19136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901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A165-9670-517B-E785-58CE02BB8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14936-2A57-F0C2-582F-2EE38B28F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B4B95-D8F1-2802-39E0-5D6A0D091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F80DA-6889-07C7-DFA8-90E2BCB6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45BC1-2491-5DA2-19E3-FE087593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89067-216A-1D30-85C7-F6E7AC95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1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879D-A4E1-B77E-F80D-A123C4BAC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88F10D-E6FF-3FC0-D7AC-AEAAD9252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35A0D-3F09-DAFB-141E-A1B5404B5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77124-47D4-AADE-9E92-5BE1FFC00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F9426-83E7-FB97-1F6A-2A8D3A29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A784C-95A8-0D14-4013-0A6DE5A5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29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F78D3-075A-3911-B264-B72BA77A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C1D61-7DBF-DBE4-A110-A4BF25295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87288-49F8-BB65-2B77-BFFD8320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BBBFB-6899-A2DA-29A4-FE689D3D7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CA0B7-E634-7767-8095-A6B1CD3B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97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64FB7-1B2F-B087-8E71-8BAE83044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17418-AEC6-AAA9-21C2-AC3BA26BA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D4862-6A9F-92B2-DC98-0D6322816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52790-B57A-D044-9A35-C9CE44D09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F5CED-E8BC-9F46-9081-70E6CC1F3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96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E90AC-73F0-5D10-E848-1A38449C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CE036-26D5-ECB2-C9EB-120490961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2C39A-A706-FAE3-F4E1-B56B24A6F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C515E-6360-4FB5-83BC-A1337DF05069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FD221-4055-EC33-FE1F-71F3AA7C9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09A3-4B12-F572-9D6D-F1D84FF7D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C9D3C-D193-461F-9E34-4D9E449A0B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26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A01089-8945-E4D2-0E28-4AEAFA690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7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AF05F-53B3-AE86-68F8-12A6D214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56294-1C6D-D68C-BB81-A3BFA9DB4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29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F099B-0C6C-7F28-ED9F-0A58DE9E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34B755-3186-0FD4-6379-A10950D10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57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7D6A-4D9A-D687-9833-14CAD169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CFDE86-48BF-0BBC-BA79-E8959A4A6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53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30D7CF-4364-9DE4-8012-CE8C2A57A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50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D6BED7-CECA-2688-C901-EA74DB7F0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73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C68DF-7297-65F2-A9B3-4AA6F77EF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00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4B2757-5E2E-078B-5C9D-98C84BE8B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0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194C1-77FB-D9A7-BF41-348304AF9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9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32CD8-955F-A9DC-8682-A4C891E5C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14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82549E-1321-9105-60FB-9C2136B1A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2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99DE58-3683-BDB2-16C8-215159609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32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BF90DC-5F73-0D8F-16E9-37C0C005B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76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Suyash Chitranshi</dc:creator>
  <cp:lastModifiedBy>Suyash Chitranshi</cp:lastModifiedBy>
  <cp:revision>2</cp:revision>
  <dcterms:created xsi:type="dcterms:W3CDTF">2025-12-14T07:12:18Z</dcterms:created>
  <dcterms:modified xsi:type="dcterms:W3CDTF">2025-12-14T07:35:23Z</dcterms:modified>
</cp:coreProperties>
</file>